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EO FORUM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1A1A1A"/>
                </a:solidFill>
                <a:latin typeface="Helvetica Neue"/>
              </a:rPr>
              <a:t>Best.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C83E3E"/>
                </a:solidFill>
                <a:latin typeface="Helvetica Neue"/>
              </a:rPr>
              <a:t>Worst.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Helvetica Neue"/>
              </a:rPr>
              <a:t>A few decisions, looking back.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852160"/>
            <a:ext cx="182880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>
                <a:solidFill>
                  <a:srgbClr val="C83E3E"/>
                </a:solidFill>
                <a:latin typeface="Helvetica Neue"/>
              </a:rPr>
              <a:t>The worst.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212080"/>
            <a:ext cx="182880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1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Too socialist with rewards.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Someone was performing 3x better than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I gave him a small raise — like everyone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He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2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Letting the momentum run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Things going well → I assumed forever, or about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 I diversified instead of doubling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Got blindsided. Up and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3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Too slow to fire.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Couldn't find a reason that felt "legitimate"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Couldn't say: this isn't the company I want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Kept the wrong people too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>
                <a:solidFill>
                  <a:srgbClr val="2E7D32"/>
                </a:solidFill>
                <a:latin typeface="Helvetica Neue"/>
              </a:rPr>
              <a:t>The best.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212080"/>
            <a:ext cx="182880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elvetica Neue"/>
              </a:rPr>
              <a:t>BEST   1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Reward fast. No hesitation.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Someone shows up at another level → double the salary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Don't wait. Don't "a bit more than the others."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Same logic when someone is underperforming.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2E7D32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elvetica Neue"/>
              </a:rPr>
              <a:t>BEST   2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A naive, simple partnership.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"I do what I like. You do the rest."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Broke every rule people tell you about partnerships.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Goodwill on both sides. Still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2E7D32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ONE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Helvetica Neue"/>
              </a:rPr>
              <a:t>Best and worst mirror each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3E3E"/>
                </a:solidFill>
                <a:latin typeface="Helvetica Neue"/>
              </a:rPr>
              <a:t>WORST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Helvetica Neue"/>
              </a:rPr>
              <a:t>Too cautious with raises. Treat everyone the same. Lose the best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Helvetica Neue"/>
              </a:rPr>
              <a:t>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Helvetica Neue"/>
              </a:rPr>
              <a:t>See exceptional? Double the salary this week. No hesitation. Same on the way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B6B"/>
                </a:solidFill>
                <a:latin typeface="Helvetica Neue"/>
              </a:rPr>
              <a:t>Move fast on people. Both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1A1A1A"/>
                </a:solidFill>
                <a:latin typeface="Helvetica Neue"/>
              </a:rPr>
              <a:t>Trust your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2E7D32"/>
                </a:solidFill>
                <a:latin typeface="Helvetica Neue"/>
              </a:rPr>
              <a:t>Act on it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Helvetica Neue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